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87952" y="822960"/>
            <a:ext cx="768096" cy="0"/>
          </a:xfrm>
          <a:prstGeom prst="line">
            <a:avLst/>
          </a:prstGeom>
          <a:noFill/>
          <a:ln w="381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87952" y="1591056"/>
            <a:ext cx="768096" cy="0"/>
          </a:xfrm>
          <a:prstGeom prst="line">
            <a:avLst/>
          </a:prstGeom>
          <a:noFill/>
          <a:ln w="38100">
            <a:solidFill>
              <a:srgbClr val="F5C5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64762" y="822960"/>
            <a:ext cx="614477" cy="768096"/>
          </a:xfrm>
          <a:prstGeom prst="line">
            <a:avLst/>
          </a:prstGeom>
          <a:noFill/>
          <a:ln w="381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64762" y="1591056"/>
            <a:ext cx="614477" cy="-768096"/>
          </a:xfrm>
          <a:prstGeom prst="line">
            <a:avLst/>
          </a:prstGeom>
          <a:noFill/>
          <a:ln w="381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7373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incident-investigation agent with our org’s context — built as an internal tool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320040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a Linear ticket or a symptom → it investigates across our repos, Grafana, Sentry and our incident history → returns an evidence-linked root cause, down to the commit.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617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Ajay · internal tool · work-in-progress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what I’m trying to achieve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18181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26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= log spelunking + cross-repo archaeology, by hand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investigation taught us evaporates into Slack threads and closed tickets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agents are org-blind — they don’t know our services, our flows, or our history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181818"/>
          </a:solidFill>
          <a:ln w="15875">
            <a:solidFill>
              <a:srgbClr val="C9A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GOAL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92040" y="141732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starts every investigation already knowing: 3,700+ past incidents (searchable by meaning), our 182 repos, our service topology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investigation makes the next one smarter — learnings + map grow, each addition user-approved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carries evidence (query / commit / log); writes only with explicit approval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bet: the bottleneck isn’t model capability — it’s organizational context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115568"/>
            <a:ext cx="1143000" cy="713232"/>
          </a:xfrm>
          <a:prstGeom prst="roundRect">
            <a:avLst>
              <a:gd name="adj" fmla="val 7692"/>
            </a:avLst>
          </a:prstGeom>
          <a:solidFill>
            <a:srgbClr val="181818"/>
          </a:solidFill>
          <a:ln w="15875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1170432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DC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29768" y="1426464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ENG-xxxx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symptom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463040" y="1472184"/>
            <a:ext cx="292608" cy="0"/>
          </a:xfrm>
          <a:prstGeom prst="line">
            <a:avLst/>
          </a:prstGeom>
          <a:noFill/>
          <a:ln w="22225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755648" y="896112"/>
            <a:ext cx="1874520" cy="1170432"/>
          </a:xfrm>
          <a:prstGeom prst="roundRect">
            <a:avLst>
              <a:gd name="adj" fmla="val 4688"/>
            </a:avLst>
          </a:prstGeom>
          <a:solidFill>
            <a:srgbClr val="181818"/>
          </a:solidFill>
          <a:ln w="15875">
            <a:solidFill>
              <a:srgbClr val="C9A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65376" y="950976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INTAKE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65376" y="1207008"/>
            <a:ext cx="1655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symptoms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vs memory: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3,700+ incidents,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30168" y="1472184"/>
            <a:ext cx="292608" cy="0"/>
          </a:xfrm>
          <a:prstGeom prst="line">
            <a:avLst/>
          </a:prstGeom>
          <a:noFill/>
          <a:ln w="22225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22776" y="896112"/>
            <a:ext cx="2286000" cy="1170432"/>
          </a:xfrm>
          <a:prstGeom prst="roundRect">
            <a:avLst>
              <a:gd name="adj" fmla="val 4688"/>
            </a:avLst>
          </a:prstGeom>
          <a:solidFill>
            <a:srgbClr val="181818"/>
          </a:solidFill>
          <a:ln w="15875">
            <a:solidFill>
              <a:srgbClr val="C9A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32504" y="95097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ASSEMBLY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32504" y="1207008"/>
            <a:ext cx="20665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incidents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service registry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knowledge map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approved learnings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system prompt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08776" y="1472184"/>
            <a:ext cx="292608" cy="0"/>
          </a:xfrm>
          <a:prstGeom prst="line">
            <a:avLst/>
          </a:prstGeom>
          <a:noFill/>
          <a:ln w="22225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01384" y="896112"/>
            <a:ext cx="2331720" cy="1170432"/>
          </a:xfrm>
          <a:prstGeom prst="roundRect">
            <a:avLst>
              <a:gd name="adj" fmla="val 4688"/>
            </a:avLst>
          </a:prstGeom>
          <a:solidFill>
            <a:srgbClr val="181818"/>
          </a:solidFill>
          <a:ln w="15875">
            <a:solidFill>
              <a:srgbClr val="C9A2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95097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SESSION (read-only)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11112" y="1207008"/>
            <a:ext cx="21122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memory mid-run (live DB)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log/blame · rg over 182 repos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MCP live · kubectl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01384" y="2249424"/>
            <a:ext cx="2331720" cy="566928"/>
          </a:xfrm>
          <a:prstGeom prst="roundRect">
            <a:avLst>
              <a:gd name="adj" fmla="val 9677"/>
            </a:avLst>
          </a:prstGeom>
          <a:solidFill>
            <a:srgbClr val="181818"/>
          </a:solidFill>
          <a:ln w="15875">
            <a:solidFill>
              <a:srgbClr val="F266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230428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6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ANY WRITE → APPROVAL MODAL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611112" y="2560320"/>
            <a:ext cx="2112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by default · every action audited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662672" y="2066544"/>
            <a:ext cx="0" cy="182880"/>
          </a:xfrm>
          <a:prstGeom prst="line">
            <a:avLst/>
          </a:prstGeom>
          <a:noFill/>
          <a:ln w="22225">
            <a:solidFill>
              <a:srgbClr val="F2664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" y="3291840"/>
            <a:ext cx="6309360" cy="960120"/>
          </a:xfrm>
          <a:prstGeom prst="roundRect">
            <a:avLst>
              <a:gd name="adj" fmla="val 5714"/>
            </a:avLst>
          </a:prstGeom>
          <a:solidFill>
            <a:srgbClr val="181818"/>
          </a:solidFill>
          <a:ln w="22225">
            <a:solidFill>
              <a:srgbClr val="F5C5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346704"/>
            <a:ext cx="6089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3602736"/>
            <a:ext cx="60899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+ confidence · culprit repo / commit / line · evidence chain (every claim sourced) · suggested fix · proposed learnings + map edges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62672" y="2816352"/>
            <a:ext cx="0" cy="955548"/>
          </a:xfrm>
          <a:prstGeom prst="line">
            <a:avLst/>
          </a:prstGeom>
          <a:noFill/>
          <a:ln w="22225">
            <a:solidFill>
              <a:srgbClr val="6E6E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62672" y="3771900"/>
            <a:ext cx="-896112" cy="0"/>
          </a:xfrm>
          <a:prstGeom prst="line">
            <a:avLst/>
          </a:prstGeom>
          <a:noFill/>
          <a:ln w="22225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57200" y="45262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↺ my feedback resumes the same session · revised report flows through the same pipeline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4526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↺ learnings + map deltas → I approve → they ride in every future prompt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188720" y="4251960"/>
            <a:ext cx="-228600" cy="246888"/>
          </a:xfrm>
          <a:prstGeom prst="line">
            <a:avLst/>
          </a:prstGeom>
          <a:noFill/>
          <a:ln w="22225">
            <a:solidFill>
              <a:srgbClr val="1FA89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760720" y="4251960"/>
            <a:ext cx="228600" cy="246888"/>
          </a:xfrm>
          <a:prstGeom prst="line">
            <a:avLst/>
          </a:prstGeom>
          <a:noFill/>
          <a:ln w="22225">
            <a:solidFill>
              <a:srgbClr val="F5C518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it’s wired 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0" y="4754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local · one SQLite file · local embeddings · no hosted service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96896" cy="1298448"/>
          </a:xfrm>
          <a:prstGeom prst="roundRect">
            <a:avLst>
              <a:gd name="adj" fmla="val 4225"/>
            </a:avLst>
          </a:prstGeom>
          <a:solidFill>
            <a:srgbClr val="181818"/>
          </a:solidFill>
          <a:ln w="12700">
            <a:solidFill>
              <a:srgbClr val="2E5E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704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819656" y="11887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F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2322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3,100+ tickets ingested with comments → LLM-distilled (symptoms / root cause / resolution) → embedded for semantic search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73552" y="1097280"/>
            <a:ext cx="2596896" cy="1298448"/>
          </a:xfrm>
          <a:prstGeom prst="roundRect">
            <a:avLst>
              <a:gd name="adj" fmla="val 4225"/>
            </a:avLst>
          </a:prstGeom>
          <a:solidFill>
            <a:srgbClr val="181818"/>
          </a:solidFill>
          <a:ln w="12700">
            <a:solidFill>
              <a:srgbClr val="2E5E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11704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36008" y="11887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F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10712" y="1481328"/>
            <a:ext cx="2322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org repos cloned locally · agent runs git blame / log to name culprit commits · auto-synced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9904" y="1097280"/>
            <a:ext cx="2596896" cy="1298448"/>
          </a:xfrm>
          <a:prstGeom prst="roundRect">
            <a:avLst>
              <a:gd name="adj" fmla="val 4225"/>
            </a:avLst>
          </a:prstGeom>
          <a:solidFill>
            <a:srgbClr val="181818"/>
          </a:solidFill>
          <a:ln w="12700">
            <a:solidFill>
              <a:srgbClr val="2E5E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7064" y="11704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52360" y="11887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F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27064" y="1481328"/>
            <a:ext cx="2322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MCP inside agent sessions — issues, events, first-seen dates, release data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2596896" cy="1298448"/>
          </a:xfrm>
          <a:prstGeom prst="roundRect">
            <a:avLst>
              <a:gd name="adj" fmla="val 4225"/>
            </a:avLst>
          </a:prstGeom>
          <a:solidFill>
            <a:srgbClr val="181818"/>
          </a:solidFill>
          <a:ln w="12700">
            <a:solidFill>
              <a:srgbClr val="4A3A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706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× 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819656" y="2788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3081528"/>
            <a:ext cx="2322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instances connected · service discovery from Loki labels being tuned to our label names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73552" y="2697480"/>
            <a:ext cx="2596896" cy="1298448"/>
          </a:xfrm>
          <a:prstGeom prst="roundRect">
            <a:avLst>
              <a:gd name="adj" fmla="val 4225"/>
            </a:avLst>
          </a:prstGeom>
          <a:solidFill>
            <a:srgbClr val="181818"/>
          </a:solidFill>
          <a:ln w="12700">
            <a:solidFill>
              <a:srgbClr val="4A3A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0712" y="27706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reporting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36008" y="2788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10712" y="3081528"/>
            <a:ext cx="2322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613 messages ingested from the prod reporting channel · thread↔ticket linking · first full backfill still completing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9904" y="2697480"/>
            <a:ext cx="2596896" cy="1298448"/>
          </a:xfrm>
          <a:prstGeom prst="roundRect">
            <a:avLst>
              <a:gd name="adj" fmla="val 4225"/>
            </a:avLst>
          </a:prstGeom>
          <a:solidFill>
            <a:srgbClr val="181818"/>
          </a:solidFill>
          <a:ln w="12700">
            <a:solidFill>
              <a:srgbClr val="2E5E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27706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map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52360" y="2788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F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27064" y="3081528"/>
            <a:ext cx="2322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topology seeded from our arch docs · showcase→party→cryptic→dashboard · dictation: showcase→speech-orch→VAD/ASR · agent proposes new edges, I approve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 live in the macOS keychain · memory, map, learnings, sessions — one mesh.db on my machine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honest caveats ·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181818"/>
          </a:solidFill>
          <a:ln w="12700">
            <a:solidFill>
              <a:srgbClr val="2E5E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24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1F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TODAY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investigations on real tickets — found a two-commit interaction bare Claude missed, and explained the incident’s onset timing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posts to Linear after my approval, signed by Mesh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DMG + hot-reload dev build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141414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64608" y="1024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 CAVEATS — NOT YET DONE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64608" y="1298448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fully evaluated: benchmark harness exists (Mesh vs plain Claude Code vs Claude+runbook, on our own resolved tickets, graded blind) — only 2 of 9 trials run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/ cost per investigation not measured yet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backfill + Grafana service discovery still completing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18181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14553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B4B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 SIGNAL (n=2 — an anecdote, not a result)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8368" y="3355848"/>
            <a:ext cx="7863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Claude finds a plausible commit fast ·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found the correct causal chain + the actual fix commit — at ~3× the time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0416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300" dirty="0">
                <a:solidFill>
                  <a:srgbClr val="B4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benchmark + cost numbers → connect Slack → small team pilot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welcome — especially tickets you’d like to see it attempt.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 — incident-investigation agent</dc:title>
  <dc:subject>PptxGenJS Presentation</dc:subject>
  <dc:creator>Ajay</dc:creator>
  <cp:lastModifiedBy>Ajay</cp:lastModifiedBy>
  <cp:revision>1</cp:revision>
  <dcterms:created xsi:type="dcterms:W3CDTF">2026-07-09T22:40:11Z</dcterms:created>
  <dcterms:modified xsi:type="dcterms:W3CDTF">2026-07-09T22:40:11Z</dcterms:modified>
</cp:coreProperties>
</file>